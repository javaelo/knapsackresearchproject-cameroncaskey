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787F0-3E39-B216-659F-46128B2D7838}" v="2056" dt="2025-12-01T02:12:36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key, Cameron (ccaskey43)" userId="S::ccaskey43@tntech.edu::5b9397a7-3a3d-4921-a61a-fb01b0db0ef1" providerId="AD" clId="Web-{1DD787F0-3E39-B216-659F-46128B2D7838}"/>
    <pc:docChg chg="addSld modSld addMainMaster delMainMaster">
      <pc:chgData name="Caskey, Cameron (ccaskey43)" userId="S::ccaskey43@tntech.edu::5b9397a7-3a3d-4921-a61a-fb01b0db0ef1" providerId="AD" clId="Web-{1DD787F0-3E39-B216-659F-46128B2D7838}" dt="2025-12-01T02:12:36.423" v="1949" actId="1076"/>
      <pc:docMkLst>
        <pc:docMk/>
      </pc:docMkLst>
      <pc:sldChg chg="addSp delSp modSp mod setBg modClrScheme setClrOvrMap chgLayout">
        <pc:chgData name="Caskey, Cameron (ccaskey43)" userId="S::ccaskey43@tntech.edu::5b9397a7-3a3d-4921-a61a-fb01b0db0ef1" providerId="AD" clId="Web-{1DD787F0-3E39-B216-659F-46128B2D7838}" dt="2025-12-01T00:27:18.432" v="83" actId="20577"/>
        <pc:sldMkLst>
          <pc:docMk/>
          <pc:sldMk cId="109857222" sldId="256"/>
        </pc:sldMkLst>
        <pc:spChg chg="mod">
          <ac:chgData name="Caskey, Cameron (ccaskey43)" userId="S::ccaskey43@tntech.edu::5b9397a7-3a3d-4921-a61a-fb01b0db0ef1" providerId="AD" clId="Web-{1DD787F0-3E39-B216-659F-46128B2D7838}" dt="2025-12-01T00:26:19.769" v="39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0:27:18.432" v="83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4:37.642" v="1"/>
          <ac:spMkLst>
            <pc:docMk/>
            <pc:sldMk cId="109857222" sldId="256"/>
            <ac:spMk id="9" creationId="{A5D0B0D3-D735-4619-AA45-B57B791E1744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4:37.642" v="1"/>
          <ac:spMkLst>
            <pc:docMk/>
            <pc:sldMk cId="109857222" sldId="256"/>
            <ac:spMk id="11" creationId="{CF7F2079-504C-499A-A644-58F4DDC7643B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4:37.642" v="1"/>
          <ac:spMkLst>
            <pc:docMk/>
            <pc:sldMk cId="109857222" sldId="256"/>
            <ac:spMk id="21" creationId="{3D505D40-32E9-4C48-81F8-AD80433BE6B7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4:40.908" v="3"/>
          <ac:spMkLst>
            <pc:docMk/>
            <pc:sldMk cId="109857222" sldId="256"/>
            <ac:spMk id="32" creationId="{ED587E41-605C-A8E4-8BA5-0E0B3797C9AA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4:40.908" v="3"/>
          <ac:spMkLst>
            <pc:docMk/>
            <pc:sldMk cId="109857222" sldId="256"/>
            <ac:spMk id="34" creationId="{EBD48A03-0DF9-3063-CB15-1BC2AEC79F1C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4:46.689" v="5"/>
          <ac:spMkLst>
            <pc:docMk/>
            <pc:sldMk cId="109857222" sldId="256"/>
            <ac:spMk id="36" creationId="{19F9BF86-FE94-4517-B97D-026C7515E589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5:06.283" v="7"/>
          <ac:spMkLst>
            <pc:docMk/>
            <pc:sldMk cId="109857222" sldId="256"/>
            <ac:spMk id="40" creationId="{19F9BF86-FE94-4517-B97D-026C7515E589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5:06.283" v="7"/>
          <ac:spMkLst>
            <pc:docMk/>
            <pc:sldMk cId="109857222" sldId="256"/>
            <ac:spMk id="42" creationId="{05DEC45B-BA77-21C0-3869-05DE7C92376D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5:12.236" v="9"/>
          <ac:spMkLst>
            <pc:docMk/>
            <pc:sldMk cId="109857222" sldId="256"/>
            <ac:spMk id="45" creationId="{6FA9327B-0F60-46E3-AD80-CE73838567B3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5:23.439" v="11"/>
          <ac:spMkLst>
            <pc:docMk/>
            <pc:sldMk cId="109857222" sldId="256"/>
            <ac:spMk id="49" creationId="{812CB9FF-7D0E-C6EE-FD1E-5414C1C2FEB3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5:23.439" v="11"/>
          <ac:spMkLst>
            <pc:docMk/>
            <pc:sldMk cId="109857222" sldId="256"/>
            <ac:spMk id="50" creationId="{E4AF4B06-53F0-C847-8C21-2E98F1814642}"/>
          </ac:spMkLst>
        </pc:spChg>
        <pc:spChg chg="add del">
          <ac:chgData name="Caskey, Cameron (ccaskey43)" userId="S::ccaskey43@tntech.edu::5b9397a7-3a3d-4921-a61a-fb01b0db0ef1" providerId="AD" clId="Web-{1DD787F0-3E39-B216-659F-46128B2D7838}" dt="2025-12-01T00:25:23.439" v="11"/>
          <ac:spMkLst>
            <pc:docMk/>
            <pc:sldMk cId="109857222" sldId="256"/>
            <ac:spMk id="52" creationId="{141773DC-FA35-0DC3-E6BA-EB1DBCE7E60F}"/>
          </ac:spMkLst>
        </pc:spChg>
        <pc:spChg chg="add">
          <ac:chgData name="Caskey, Cameron (ccaskey43)" userId="S::ccaskey43@tntech.edu::5b9397a7-3a3d-4921-a61a-fb01b0db0ef1" providerId="AD" clId="Web-{1DD787F0-3E39-B216-659F-46128B2D7838}" dt="2025-12-01T00:25:23.486" v="12"/>
          <ac:spMkLst>
            <pc:docMk/>
            <pc:sldMk cId="109857222" sldId="256"/>
            <ac:spMk id="54" creationId="{33E93247-6229-44AB-A550-739E971E690B}"/>
          </ac:spMkLst>
        </pc:spChg>
        <pc:grpChg chg="add del">
          <ac:chgData name="Caskey, Cameron (ccaskey43)" userId="S::ccaskey43@tntech.edu::5b9397a7-3a3d-4921-a61a-fb01b0db0ef1" providerId="AD" clId="Web-{1DD787F0-3E39-B216-659F-46128B2D7838}" dt="2025-12-01T00:24:37.642" v="1"/>
          <ac:grpSpMkLst>
            <pc:docMk/>
            <pc:sldMk cId="109857222" sldId="256"/>
            <ac:grpSpMk id="13" creationId="{DBBA0A0D-8F6A-400A-9E49-8C008E2C7DB1}"/>
          </ac:grpSpMkLst>
        </pc:grpChg>
        <pc:grpChg chg="add del">
          <ac:chgData name="Caskey, Cameron (ccaskey43)" userId="S::ccaskey43@tntech.edu::5b9397a7-3a3d-4921-a61a-fb01b0db0ef1" providerId="AD" clId="Web-{1DD787F0-3E39-B216-659F-46128B2D7838}" dt="2025-12-01T00:24:37.642" v="1"/>
          <ac:grpSpMkLst>
            <pc:docMk/>
            <pc:sldMk cId="109857222" sldId="256"/>
            <ac:grpSpMk id="23" creationId="{C507BF36-B92B-4CAC-BCA7-8364B51E1F09}"/>
          </ac:grpSpMkLst>
        </pc:grpChg>
        <pc:picChg chg="add del">
          <ac:chgData name="Caskey, Cameron (ccaskey43)" userId="S::ccaskey43@tntech.edu::5b9397a7-3a3d-4921-a61a-fb01b0db0ef1" providerId="AD" clId="Web-{1DD787F0-3E39-B216-659F-46128B2D7838}" dt="2025-12-01T00:24:37.642" v="1"/>
          <ac:picMkLst>
            <pc:docMk/>
            <pc:sldMk cId="109857222" sldId="256"/>
            <ac:picMk id="4" creationId="{0822CC59-A280-5E4D-F487-E0921D2731A8}"/>
          </ac:picMkLst>
        </pc:picChg>
        <pc:picChg chg="add del">
          <ac:chgData name="Caskey, Cameron (ccaskey43)" userId="S::ccaskey43@tntech.edu::5b9397a7-3a3d-4921-a61a-fb01b0db0ef1" providerId="AD" clId="Web-{1DD787F0-3E39-B216-659F-46128B2D7838}" dt="2025-12-01T00:24:40.908" v="3"/>
          <ac:picMkLst>
            <pc:docMk/>
            <pc:sldMk cId="109857222" sldId="256"/>
            <ac:picMk id="33" creationId="{23EDB1F7-91C2-487C-533F-54B0DEDFBB9A}"/>
          </ac:picMkLst>
        </pc:picChg>
        <pc:picChg chg="add del">
          <ac:chgData name="Caskey, Cameron (ccaskey43)" userId="S::ccaskey43@tntech.edu::5b9397a7-3a3d-4921-a61a-fb01b0db0ef1" providerId="AD" clId="Web-{1DD787F0-3E39-B216-659F-46128B2D7838}" dt="2025-12-01T00:24:46.689" v="5"/>
          <ac:picMkLst>
            <pc:docMk/>
            <pc:sldMk cId="109857222" sldId="256"/>
            <ac:picMk id="37" creationId="{E9AA1D1B-1B6D-6883-1535-D6C7CBFD07AE}"/>
          </ac:picMkLst>
        </pc:picChg>
        <pc:picChg chg="add del">
          <ac:chgData name="Caskey, Cameron (ccaskey43)" userId="S::ccaskey43@tntech.edu::5b9397a7-3a3d-4921-a61a-fb01b0db0ef1" providerId="AD" clId="Web-{1DD787F0-3E39-B216-659F-46128B2D7838}" dt="2025-12-01T00:25:06.283" v="7"/>
          <ac:picMkLst>
            <pc:docMk/>
            <pc:sldMk cId="109857222" sldId="256"/>
            <ac:picMk id="41" creationId="{D0A93726-04B7-5E83-EEE4-773AD9B16511}"/>
          </ac:picMkLst>
        </pc:picChg>
        <pc:picChg chg="add del">
          <ac:chgData name="Caskey, Cameron (ccaskey43)" userId="S::ccaskey43@tntech.edu::5b9397a7-3a3d-4921-a61a-fb01b0db0ef1" providerId="AD" clId="Web-{1DD787F0-3E39-B216-659F-46128B2D7838}" dt="2025-12-01T00:25:12.236" v="9"/>
          <ac:picMkLst>
            <pc:docMk/>
            <pc:sldMk cId="109857222" sldId="256"/>
            <ac:picMk id="46" creationId="{95EE9A4F-062C-D034-6CB7-6B2CB0D68691}"/>
          </ac:picMkLst>
        </pc:picChg>
        <pc:picChg chg="add del">
          <ac:chgData name="Caskey, Cameron (ccaskey43)" userId="S::ccaskey43@tntech.edu::5b9397a7-3a3d-4921-a61a-fb01b0db0ef1" providerId="AD" clId="Web-{1DD787F0-3E39-B216-659F-46128B2D7838}" dt="2025-12-01T00:25:23.439" v="11"/>
          <ac:picMkLst>
            <pc:docMk/>
            <pc:sldMk cId="109857222" sldId="256"/>
            <ac:picMk id="51" creationId="{8FD03015-AA72-DA6B-290C-CE3436EE6516}"/>
          </ac:picMkLst>
        </pc:picChg>
        <pc:picChg chg="add">
          <ac:chgData name="Caskey, Cameron (ccaskey43)" userId="S::ccaskey43@tntech.edu::5b9397a7-3a3d-4921-a61a-fb01b0db0ef1" providerId="AD" clId="Web-{1DD787F0-3E39-B216-659F-46128B2D7838}" dt="2025-12-01T00:25:23.486" v="12"/>
          <ac:picMkLst>
            <pc:docMk/>
            <pc:sldMk cId="109857222" sldId="256"/>
            <ac:picMk id="57" creationId="{2C4392B6-7FFE-0DFC-078D-2F492BB00FD0}"/>
          </ac:picMkLst>
        </pc:picChg>
        <pc:cxnChg chg="add del">
          <ac:chgData name="Caskey, Cameron (ccaskey43)" userId="S::ccaskey43@tntech.edu::5b9397a7-3a3d-4921-a61a-fb01b0db0ef1" providerId="AD" clId="Web-{1DD787F0-3E39-B216-659F-46128B2D7838}" dt="2025-12-01T00:24:46.689" v="5"/>
          <ac:cxnSpMkLst>
            <pc:docMk/>
            <pc:sldMk cId="109857222" sldId="256"/>
            <ac:cxnSpMk id="38" creationId="{6CA391F1-4B2C-521B-F6A5-52C74B30349D}"/>
          </ac:cxnSpMkLst>
        </pc:cxnChg>
        <pc:cxnChg chg="add del">
          <ac:chgData name="Caskey, Cameron (ccaskey43)" userId="S::ccaskey43@tntech.edu::5b9397a7-3a3d-4921-a61a-fb01b0db0ef1" providerId="AD" clId="Web-{1DD787F0-3E39-B216-659F-46128B2D7838}" dt="2025-12-01T00:25:06.283" v="7"/>
          <ac:cxnSpMkLst>
            <pc:docMk/>
            <pc:sldMk cId="109857222" sldId="256"/>
            <ac:cxnSpMk id="43" creationId="{7A0A4642-D29D-0121-4C05-5A5559BC5F39}"/>
          </ac:cxnSpMkLst>
        </pc:cxnChg>
        <pc:cxnChg chg="add del">
          <ac:chgData name="Caskey, Cameron (ccaskey43)" userId="S::ccaskey43@tntech.edu::5b9397a7-3a3d-4921-a61a-fb01b0db0ef1" providerId="AD" clId="Web-{1DD787F0-3E39-B216-659F-46128B2D7838}" dt="2025-12-01T00:25:12.236" v="9"/>
          <ac:cxnSpMkLst>
            <pc:docMk/>
            <pc:sldMk cId="109857222" sldId="256"/>
            <ac:cxnSpMk id="47" creationId="{BD1C99D0-461D-4A91-81EF-CCCD798B37A1}"/>
          </ac:cxnSpMkLst>
        </pc:cxnChg>
        <pc:cxnChg chg="add">
          <ac:chgData name="Caskey, Cameron (ccaskey43)" userId="S::ccaskey43@tntech.edu::5b9397a7-3a3d-4921-a61a-fb01b0db0ef1" providerId="AD" clId="Web-{1DD787F0-3E39-B216-659F-46128B2D7838}" dt="2025-12-01T00:25:23.486" v="12"/>
          <ac:cxnSpMkLst>
            <pc:docMk/>
            <pc:sldMk cId="109857222" sldId="256"/>
            <ac:cxnSpMk id="55" creationId="{EE2E603F-4A95-4FE8-BB06-211DFD75DBEF}"/>
          </ac:cxnSpMkLst>
        </pc:cxnChg>
        <pc:cxnChg chg="add">
          <ac:chgData name="Caskey, Cameron (ccaskey43)" userId="S::ccaskey43@tntech.edu::5b9397a7-3a3d-4921-a61a-fb01b0db0ef1" providerId="AD" clId="Web-{1DD787F0-3E39-B216-659F-46128B2D7838}" dt="2025-12-01T00:25:23.486" v="12"/>
          <ac:cxnSpMkLst>
            <pc:docMk/>
            <pc:sldMk cId="109857222" sldId="256"/>
            <ac:cxnSpMk id="56" creationId="{D7CC41EB-2D81-4303-9171-6401B388BA35}"/>
          </ac:cxnSpMkLst>
        </pc:cxnChg>
      </pc:sldChg>
      <pc:sldChg chg="addSp delSp modSp new">
        <pc:chgData name="Caskey, Cameron (ccaskey43)" userId="S::ccaskey43@tntech.edu::5b9397a7-3a3d-4921-a61a-fb01b0db0ef1" providerId="AD" clId="Web-{1DD787F0-3E39-B216-659F-46128B2D7838}" dt="2025-12-01T01:45:41.400" v="1893" actId="1076"/>
        <pc:sldMkLst>
          <pc:docMk/>
          <pc:sldMk cId="3419484000" sldId="257"/>
        </pc:sldMkLst>
        <pc:spChg chg="mod">
          <ac:chgData name="Caskey, Cameron (ccaskey43)" userId="S::ccaskey43@tntech.edu::5b9397a7-3a3d-4921-a61a-fb01b0db0ef1" providerId="AD" clId="Web-{1DD787F0-3E39-B216-659F-46128B2D7838}" dt="2025-12-01T00:27:30.777" v="91" actId="20577"/>
          <ac:spMkLst>
            <pc:docMk/>
            <pc:sldMk cId="3419484000" sldId="257"/>
            <ac:spMk id="2" creationId="{F65D526D-2C6F-6993-BD45-E2F796DA498B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41:40.378" v="1687" actId="20577"/>
          <ac:spMkLst>
            <pc:docMk/>
            <pc:sldMk cId="3419484000" sldId="257"/>
            <ac:spMk id="3" creationId="{F1AA26A1-0CAC-1AEE-5333-8AF6770D18D7}"/>
          </ac:spMkLst>
        </pc:spChg>
        <pc:graphicFrameChg chg="add del mod modGraphic">
          <ac:chgData name="Caskey, Cameron (ccaskey43)" userId="S::ccaskey43@tntech.edu::5b9397a7-3a3d-4921-a61a-fb01b0db0ef1" providerId="AD" clId="Web-{1DD787F0-3E39-B216-659F-46128B2D7838}" dt="2025-12-01T01:42:46.114" v="1715"/>
          <ac:graphicFrameMkLst>
            <pc:docMk/>
            <pc:sldMk cId="3419484000" sldId="257"/>
            <ac:graphicFrameMk id="4" creationId="{A15B9A6E-9521-0E97-1B52-302A99947F8A}"/>
          </ac:graphicFrameMkLst>
        </pc:graphicFrameChg>
        <pc:graphicFrameChg chg="add del mod modGraphic">
          <ac:chgData name="Caskey, Cameron (ccaskey43)" userId="S::ccaskey43@tntech.edu::5b9397a7-3a3d-4921-a61a-fb01b0db0ef1" providerId="AD" clId="Web-{1DD787F0-3E39-B216-659F-46128B2D7838}" dt="2025-12-01T01:43:27.272" v="1737"/>
          <ac:graphicFrameMkLst>
            <pc:docMk/>
            <pc:sldMk cId="3419484000" sldId="257"/>
            <ac:graphicFrameMk id="5" creationId="{0BB25A0F-C9EE-D33D-8CCD-55E905A7D3C9}"/>
          </ac:graphicFrameMkLst>
        </pc:graphicFrameChg>
        <pc:graphicFrameChg chg="add mod modGraphic">
          <ac:chgData name="Caskey, Cameron (ccaskey43)" userId="S::ccaskey43@tntech.edu::5b9397a7-3a3d-4921-a61a-fb01b0db0ef1" providerId="AD" clId="Web-{1DD787F0-3E39-B216-659F-46128B2D7838}" dt="2025-12-01T01:45:41.400" v="1893" actId="1076"/>
          <ac:graphicFrameMkLst>
            <pc:docMk/>
            <pc:sldMk cId="3419484000" sldId="257"/>
            <ac:graphicFrameMk id="6" creationId="{E1065795-C545-EA3F-4006-B22F60D58E99}"/>
          </ac:graphicFrameMkLst>
        </pc:graphicFrameChg>
      </pc:sldChg>
      <pc:sldChg chg="modSp new">
        <pc:chgData name="Caskey, Cameron (ccaskey43)" userId="S::ccaskey43@tntech.edu::5b9397a7-3a3d-4921-a61a-fb01b0db0ef1" providerId="AD" clId="Web-{1DD787F0-3E39-B216-659F-46128B2D7838}" dt="2025-12-01T00:46:43.139" v="513" actId="20577"/>
        <pc:sldMkLst>
          <pc:docMk/>
          <pc:sldMk cId="2670642968" sldId="258"/>
        </pc:sldMkLst>
        <pc:spChg chg="mod">
          <ac:chgData name="Caskey, Cameron (ccaskey43)" userId="S::ccaskey43@tntech.edu::5b9397a7-3a3d-4921-a61a-fb01b0db0ef1" providerId="AD" clId="Web-{1DD787F0-3E39-B216-659F-46128B2D7838}" dt="2025-12-01T00:38:05.757" v="420" actId="20577"/>
          <ac:spMkLst>
            <pc:docMk/>
            <pc:sldMk cId="2670642968" sldId="258"/>
            <ac:spMk id="2" creationId="{5FA40BD0-1BEE-8E87-85D7-29C1A19545A5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0:46:43.139" v="513" actId="20577"/>
          <ac:spMkLst>
            <pc:docMk/>
            <pc:sldMk cId="2670642968" sldId="258"/>
            <ac:spMk id="3" creationId="{EC38807F-A0E0-B7B7-F81F-25EBCFC9D4D5}"/>
          </ac:spMkLst>
        </pc:spChg>
      </pc:sldChg>
      <pc:sldChg chg="modSp new">
        <pc:chgData name="Caskey, Cameron (ccaskey43)" userId="S::ccaskey43@tntech.edu::5b9397a7-3a3d-4921-a61a-fb01b0db0ef1" providerId="AD" clId="Web-{1DD787F0-3E39-B216-659F-46128B2D7838}" dt="2025-12-01T01:52:30.615" v="1908" actId="20577"/>
        <pc:sldMkLst>
          <pc:docMk/>
          <pc:sldMk cId="258461631" sldId="259"/>
        </pc:sldMkLst>
        <pc:spChg chg="mod">
          <ac:chgData name="Caskey, Cameron (ccaskey43)" userId="S::ccaskey43@tntech.edu::5b9397a7-3a3d-4921-a61a-fb01b0db0ef1" providerId="AD" clId="Web-{1DD787F0-3E39-B216-659F-46128B2D7838}" dt="2025-12-01T00:41:38.197" v="454" actId="20577"/>
          <ac:spMkLst>
            <pc:docMk/>
            <pc:sldMk cId="258461631" sldId="259"/>
            <ac:spMk id="2" creationId="{240A1E6F-CCAC-774F-3EB3-84705C0C76B5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52:30.615" v="1908" actId="20577"/>
          <ac:spMkLst>
            <pc:docMk/>
            <pc:sldMk cId="258461631" sldId="259"/>
            <ac:spMk id="3" creationId="{FC83E96F-D0E4-8265-22C8-6075BBC94A86}"/>
          </ac:spMkLst>
        </pc:spChg>
      </pc:sldChg>
      <pc:sldChg chg="addSp modSp new">
        <pc:chgData name="Caskey, Cameron (ccaskey43)" userId="S::ccaskey43@tntech.edu::5b9397a7-3a3d-4921-a61a-fb01b0db0ef1" providerId="AD" clId="Web-{1DD787F0-3E39-B216-659F-46128B2D7838}" dt="2025-12-01T01:35:41.030" v="1677" actId="1076"/>
        <pc:sldMkLst>
          <pc:docMk/>
          <pc:sldMk cId="2578373504" sldId="260"/>
        </pc:sldMkLst>
        <pc:spChg chg="mod">
          <ac:chgData name="Caskey, Cameron (ccaskey43)" userId="S::ccaskey43@tntech.edu::5b9397a7-3a3d-4921-a61a-fb01b0db0ef1" providerId="AD" clId="Web-{1DD787F0-3E39-B216-659F-46128B2D7838}" dt="2025-12-01T00:45:50.604" v="503" actId="20577"/>
          <ac:spMkLst>
            <pc:docMk/>
            <pc:sldMk cId="2578373504" sldId="260"/>
            <ac:spMk id="2" creationId="{A343E4FF-284D-BDBE-0F09-B78D3BEA0F7D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35:34.467" v="1675" actId="20577"/>
          <ac:spMkLst>
            <pc:docMk/>
            <pc:sldMk cId="2578373504" sldId="260"/>
            <ac:spMk id="3" creationId="{D66B2B5E-7B5B-88DE-4768-9A9C315C1F79}"/>
          </ac:spMkLst>
        </pc:spChg>
        <pc:picChg chg="add mod">
          <ac:chgData name="Caskey, Cameron (ccaskey43)" userId="S::ccaskey43@tntech.edu::5b9397a7-3a3d-4921-a61a-fb01b0db0ef1" providerId="AD" clId="Web-{1DD787F0-3E39-B216-659F-46128B2D7838}" dt="2025-12-01T01:35:41.030" v="1677" actId="1076"/>
          <ac:picMkLst>
            <pc:docMk/>
            <pc:sldMk cId="2578373504" sldId="260"/>
            <ac:picMk id="4" creationId="{F5959AD0-0977-D039-800B-994876BD37F2}"/>
          </ac:picMkLst>
        </pc:picChg>
      </pc:sldChg>
      <pc:sldChg chg="addSp delSp modSp new">
        <pc:chgData name="Caskey, Cameron (ccaskey43)" userId="S::ccaskey43@tntech.edu::5b9397a7-3a3d-4921-a61a-fb01b0db0ef1" providerId="AD" clId="Web-{1DD787F0-3E39-B216-659F-46128B2D7838}" dt="2025-12-01T01:32:58.693" v="1658" actId="20577"/>
        <pc:sldMkLst>
          <pc:docMk/>
          <pc:sldMk cId="1382484604" sldId="261"/>
        </pc:sldMkLst>
        <pc:spChg chg="mod">
          <ac:chgData name="Caskey, Cameron (ccaskey43)" userId="S::ccaskey43@tntech.edu::5b9397a7-3a3d-4921-a61a-fb01b0db0ef1" providerId="AD" clId="Web-{1DD787F0-3E39-B216-659F-46128B2D7838}" dt="2025-12-01T00:48:33.441" v="527" actId="20577"/>
          <ac:spMkLst>
            <pc:docMk/>
            <pc:sldMk cId="1382484604" sldId="261"/>
            <ac:spMk id="2" creationId="{F10595B8-8B98-A81A-B0B1-E08D05D5FC47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32:58.693" v="1658" actId="20577"/>
          <ac:spMkLst>
            <pc:docMk/>
            <pc:sldMk cId="1382484604" sldId="261"/>
            <ac:spMk id="3" creationId="{77BE5CDF-CAE8-4627-8C99-54D21D754A3F}"/>
          </ac:spMkLst>
        </pc:spChg>
        <pc:spChg chg="add del mod">
          <ac:chgData name="Caskey, Cameron (ccaskey43)" userId="S::ccaskey43@tntech.edu::5b9397a7-3a3d-4921-a61a-fb01b0db0ef1" providerId="AD" clId="Web-{1DD787F0-3E39-B216-659F-46128B2D7838}" dt="2025-12-01T01:29:14.908" v="1553"/>
          <ac:spMkLst>
            <pc:docMk/>
            <pc:sldMk cId="1382484604" sldId="261"/>
            <ac:spMk id="5" creationId="{D975B576-B51F-5F34-4999-480A325AF881}"/>
          </ac:spMkLst>
        </pc:spChg>
        <pc:graphicFrameChg chg="add mod modGraphic">
          <ac:chgData name="Caskey, Cameron (ccaskey43)" userId="S::ccaskey43@tntech.edu::5b9397a7-3a3d-4921-a61a-fb01b0db0ef1" providerId="AD" clId="Web-{1DD787F0-3E39-B216-659F-46128B2D7838}" dt="2025-12-01T01:32:25.458" v="1657"/>
          <ac:graphicFrameMkLst>
            <pc:docMk/>
            <pc:sldMk cId="1382484604" sldId="261"/>
            <ac:graphicFrameMk id="6" creationId="{391F8B2C-E275-31FC-E538-577CD7665725}"/>
          </ac:graphicFrameMkLst>
        </pc:graphicFrameChg>
      </pc:sldChg>
      <pc:sldChg chg="addSp delSp modSp new">
        <pc:chgData name="Caskey, Cameron (ccaskey43)" userId="S::ccaskey43@tntech.edu::5b9397a7-3a3d-4921-a61a-fb01b0db0ef1" providerId="AD" clId="Web-{1DD787F0-3E39-B216-659F-46128B2D7838}" dt="2025-12-01T01:30:44.847" v="1584" actId="1076"/>
        <pc:sldMkLst>
          <pc:docMk/>
          <pc:sldMk cId="1942951819" sldId="262"/>
        </pc:sldMkLst>
        <pc:spChg chg="mod">
          <ac:chgData name="Caskey, Cameron (ccaskey43)" userId="S::ccaskey43@tntech.edu::5b9397a7-3a3d-4921-a61a-fb01b0db0ef1" providerId="AD" clId="Web-{1DD787F0-3E39-B216-659F-46128B2D7838}" dt="2025-12-01T00:50:36.930" v="552" actId="20577"/>
          <ac:spMkLst>
            <pc:docMk/>
            <pc:sldMk cId="1942951819" sldId="262"/>
            <ac:spMk id="2" creationId="{3E18560C-05F5-CA07-4850-A98E1B043435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19:42.261" v="1126" actId="20577"/>
          <ac:spMkLst>
            <pc:docMk/>
            <pc:sldMk cId="1942951819" sldId="262"/>
            <ac:spMk id="3" creationId="{78297AB9-F4E5-8A9A-0B97-6EDF796D4D8A}"/>
          </ac:spMkLst>
        </pc:spChg>
        <pc:spChg chg="add del mod">
          <ac:chgData name="Caskey, Cameron (ccaskey43)" userId="S::ccaskey43@tntech.edu::5b9397a7-3a3d-4921-a61a-fb01b0db0ef1" providerId="AD" clId="Web-{1DD787F0-3E39-B216-659F-46128B2D7838}" dt="2025-12-01T01:19:35.885" v="1123"/>
          <ac:spMkLst>
            <pc:docMk/>
            <pc:sldMk cId="1942951819" sldId="262"/>
            <ac:spMk id="5" creationId="{DAE1CEEE-5825-CC38-A6C3-C516A7AE6934}"/>
          </ac:spMkLst>
        </pc:spChg>
        <pc:graphicFrameChg chg="add mod modGraphic">
          <ac:chgData name="Caskey, Cameron (ccaskey43)" userId="S::ccaskey43@tntech.edu::5b9397a7-3a3d-4921-a61a-fb01b0db0ef1" providerId="AD" clId="Web-{1DD787F0-3E39-B216-659F-46128B2D7838}" dt="2025-12-01T01:30:44.847" v="1584" actId="1076"/>
          <ac:graphicFrameMkLst>
            <pc:docMk/>
            <pc:sldMk cId="1942951819" sldId="262"/>
            <ac:graphicFrameMk id="6" creationId="{750DE2B7-BE88-5302-EFE3-421FF71AFC57}"/>
          </ac:graphicFrameMkLst>
        </pc:graphicFrameChg>
      </pc:sldChg>
      <pc:sldChg chg="addSp delSp modSp new">
        <pc:chgData name="Caskey, Cameron (ccaskey43)" userId="S::ccaskey43@tntech.edu::5b9397a7-3a3d-4921-a61a-fb01b0db0ef1" providerId="AD" clId="Web-{1DD787F0-3E39-B216-659F-46128B2D7838}" dt="2025-12-01T01:14:28.761" v="843" actId="1076"/>
        <pc:sldMkLst>
          <pc:docMk/>
          <pc:sldMk cId="3155723633" sldId="263"/>
        </pc:sldMkLst>
        <pc:spChg chg="mod">
          <ac:chgData name="Caskey, Cameron (ccaskey43)" userId="S::ccaskey43@tntech.edu::5b9397a7-3a3d-4921-a61a-fb01b0db0ef1" providerId="AD" clId="Web-{1DD787F0-3E39-B216-659F-46128B2D7838}" dt="2025-12-01T01:00:24.708" v="580" actId="20577"/>
          <ac:spMkLst>
            <pc:docMk/>
            <pc:sldMk cId="3155723633" sldId="263"/>
            <ac:spMk id="2" creationId="{66861E61-09DF-20A1-D536-9C5022743675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14:25.167" v="842" actId="20577"/>
          <ac:spMkLst>
            <pc:docMk/>
            <pc:sldMk cId="3155723633" sldId="263"/>
            <ac:spMk id="3" creationId="{345024AD-C75C-2BA1-5EBC-64A1A25E6106}"/>
          </ac:spMkLst>
        </pc:spChg>
        <pc:graphicFrameChg chg="add del">
          <ac:chgData name="Caskey, Cameron (ccaskey43)" userId="S::ccaskey43@tntech.edu::5b9397a7-3a3d-4921-a61a-fb01b0db0ef1" providerId="AD" clId="Web-{1DD787F0-3E39-B216-659F-46128B2D7838}" dt="2025-12-01T01:11:03.773" v="684"/>
          <ac:graphicFrameMkLst>
            <pc:docMk/>
            <pc:sldMk cId="3155723633" sldId="263"/>
            <ac:graphicFrameMk id="4" creationId="{4F3394F9-4323-21EA-5FB3-54CA7F679C19}"/>
          </ac:graphicFrameMkLst>
        </pc:graphicFrameChg>
        <pc:graphicFrameChg chg="add mod modGraphic">
          <ac:chgData name="Caskey, Cameron (ccaskey43)" userId="S::ccaskey43@tntech.edu::5b9397a7-3a3d-4921-a61a-fb01b0db0ef1" providerId="AD" clId="Web-{1DD787F0-3E39-B216-659F-46128B2D7838}" dt="2025-12-01T01:14:28.761" v="843" actId="1076"/>
          <ac:graphicFrameMkLst>
            <pc:docMk/>
            <pc:sldMk cId="3155723633" sldId="263"/>
            <ac:graphicFrameMk id="5" creationId="{29CCA61A-B587-D75B-A53D-DC508452F41E}"/>
          </ac:graphicFrameMkLst>
        </pc:graphicFrameChg>
      </pc:sldChg>
      <pc:sldChg chg="modSp new">
        <pc:chgData name="Caskey, Cameron (ccaskey43)" userId="S::ccaskey43@tntech.edu::5b9397a7-3a3d-4921-a61a-fb01b0db0ef1" providerId="AD" clId="Web-{1DD787F0-3E39-B216-659F-46128B2D7838}" dt="2025-12-01T01:07:30.048" v="631" actId="20577"/>
        <pc:sldMkLst>
          <pc:docMk/>
          <pc:sldMk cId="1913389056" sldId="264"/>
        </pc:sldMkLst>
        <pc:spChg chg="mod">
          <ac:chgData name="Caskey, Cameron (ccaskey43)" userId="S::ccaskey43@tntech.edu::5b9397a7-3a3d-4921-a61a-fb01b0db0ef1" providerId="AD" clId="Web-{1DD787F0-3E39-B216-659F-46128B2D7838}" dt="2025-12-01T01:06:01.436" v="596" actId="20577"/>
          <ac:spMkLst>
            <pc:docMk/>
            <pc:sldMk cId="1913389056" sldId="264"/>
            <ac:spMk id="2" creationId="{4BE181F9-15A3-62A3-DF16-D0C143F35DF0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07:30.048" v="631" actId="20577"/>
          <ac:spMkLst>
            <pc:docMk/>
            <pc:sldMk cId="1913389056" sldId="264"/>
            <ac:spMk id="3" creationId="{927218F3-8ED3-04D5-4CC2-C023529F713E}"/>
          </ac:spMkLst>
        </pc:spChg>
      </pc:sldChg>
      <pc:sldChg chg="modSp new">
        <pc:chgData name="Caskey, Cameron (ccaskey43)" userId="S::ccaskey43@tntech.edu::5b9397a7-3a3d-4921-a61a-fb01b0db0ef1" providerId="AD" clId="Web-{1DD787F0-3E39-B216-659F-46128B2D7838}" dt="2025-12-01T01:08:06.815" v="650" actId="20577"/>
        <pc:sldMkLst>
          <pc:docMk/>
          <pc:sldMk cId="412139205" sldId="265"/>
        </pc:sldMkLst>
        <pc:spChg chg="mod">
          <ac:chgData name="Caskey, Cameron (ccaskey43)" userId="S::ccaskey43@tntech.edu::5b9397a7-3a3d-4921-a61a-fb01b0db0ef1" providerId="AD" clId="Web-{1DD787F0-3E39-B216-659F-46128B2D7838}" dt="2025-12-01T01:08:06.815" v="650" actId="20577"/>
          <ac:spMkLst>
            <pc:docMk/>
            <pc:sldMk cId="412139205" sldId="265"/>
            <ac:spMk id="2" creationId="{3E5DD522-0DF0-8C1E-CF15-80925EF803B4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08:03.909" v="649" actId="20577"/>
          <ac:spMkLst>
            <pc:docMk/>
            <pc:sldMk cId="412139205" sldId="265"/>
            <ac:spMk id="3" creationId="{EC20B17C-6ABA-575E-6A14-97DABEFEBBA6}"/>
          </ac:spMkLst>
        </pc:spChg>
      </pc:sldChg>
      <pc:sldChg chg="addSp delSp modSp new">
        <pc:chgData name="Caskey, Cameron (ccaskey43)" userId="S::ccaskey43@tntech.edu::5b9397a7-3a3d-4921-a61a-fb01b0db0ef1" providerId="AD" clId="Web-{1DD787F0-3E39-B216-659F-46128B2D7838}" dt="2025-12-01T01:09:03.848" v="673"/>
        <pc:sldMkLst>
          <pc:docMk/>
          <pc:sldMk cId="4005532343" sldId="266"/>
        </pc:sldMkLst>
        <pc:spChg chg="mod">
          <ac:chgData name="Caskey, Cameron (ccaskey43)" userId="S::ccaskey43@tntech.edu::5b9397a7-3a3d-4921-a61a-fb01b0db0ef1" providerId="AD" clId="Web-{1DD787F0-3E39-B216-659F-46128B2D7838}" dt="2025-12-01T01:08:53.551" v="666" actId="20577"/>
          <ac:spMkLst>
            <pc:docMk/>
            <pc:sldMk cId="4005532343" sldId="266"/>
            <ac:spMk id="2" creationId="{51A3436C-525D-635C-5891-B83A050C68B1}"/>
          </ac:spMkLst>
        </pc:spChg>
        <pc:spChg chg="del mod">
          <ac:chgData name="Caskey, Cameron (ccaskey43)" userId="S::ccaskey43@tntech.edu::5b9397a7-3a3d-4921-a61a-fb01b0db0ef1" providerId="AD" clId="Web-{1DD787F0-3E39-B216-659F-46128B2D7838}" dt="2025-12-01T01:08:56.395" v="669"/>
          <ac:spMkLst>
            <pc:docMk/>
            <pc:sldMk cId="4005532343" sldId="266"/>
            <ac:spMk id="3" creationId="{B47FD0B6-F2F8-BB2E-CCE5-0D1D7127BE0C}"/>
          </ac:spMkLst>
        </pc:spChg>
        <pc:spChg chg="add del mod">
          <ac:chgData name="Caskey, Cameron (ccaskey43)" userId="S::ccaskey43@tntech.edu::5b9397a7-3a3d-4921-a61a-fb01b0db0ef1" providerId="AD" clId="Web-{1DD787F0-3E39-B216-659F-46128B2D7838}" dt="2025-12-01T01:09:03.848" v="673"/>
          <ac:spMkLst>
            <pc:docMk/>
            <pc:sldMk cId="4005532343" sldId="266"/>
            <ac:spMk id="6" creationId="{F9128CB0-E5C5-5CDE-5339-7E0BE30BDC32}"/>
          </ac:spMkLst>
        </pc:spChg>
        <pc:graphicFrameChg chg="add mod ord modGraphic">
          <ac:chgData name="Caskey, Cameron (ccaskey43)" userId="S::ccaskey43@tntech.edu::5b9397a7-3a3d-4921-a61a-fb01b0db0ef1" providerId="AD" clId="Web-{1DD787F0-3E39-B216-659F-46128B2D7838}" dt="2025-12-01T01:08:56.395" v="669"/>
          <ac:graphicFrameMkLst>
            <pc:docMk/>
            <pc:sldMk cId="4005532343" sldId="266"/>
            <ac:graphicFrameMk id="5" creationId="{BFEE7AE6-9D1B-0D97-9C8F-182418063705}"/>
          </ac:graphicFrameMkLst>
        </pc:graphicFrameChg>
      </pc:sldChg>
      <pc:sldChg chg="modSp new">
        <pc:chgData name="Caskey, Cameron (ccaskey43)" userId="S::ccaskey43@tntech.edu::5b9397a7-3a3d-4921-a61a-fb01b0db0ef1" providerId="AD" clId="Web-{1DD787F0-3E39-B216-659F-46128B2D7838}" dt="2025-12-01T01:09:35.521" v="682" actId="20577"/>
        <pc:sldMkLst>
          <pc:docMk/>
          <pc:sldMk cId="2858030974" sldId="267"/>
        </pc:sldMkLst>
        <pc:spChg chg="mod">
          <ac:chgData name="Caskey, Cameron (ccaskey43)" userId="S::ccaskey43@tntech.edu::5b9397a7-3a3d-4921-a61a-fb01b0db0ef1" providerId="AD" clId="Web-{1DD787F0-3E39-B216-659F-46128B2D7838}" dt="2025-12-01T01:09:20.333" v="679" actId="20577"/>
          <ac:spMkLst>
            <pc:docMk/>
            <pc:sldMk cId="2858030974" sldId="267"/>
            <ac:spMk id="2" creationId="{35AF6CF2-20B4-A605-DDB6-D5B7C9617D59}"/>
          </ac:spMkLst>
        </pc:spChg>
        <pc:spChg chg="mod">
          <ac:chgData name="Caskey, Cameron (ccaskey43)" userId="S::ccaskey43@tntech.edu::5b9397a7-3a3d-4921-a61a-fb01b0db0ef1" providerId="AD" clId="Web-{1DD787F0-3E39-B216-659F-46128B2D7838}" dt="2025-12-01T01:09:35.521" v="682" actId="20577"/>
          <ac:spMkLst>
            <pc:docMk/>
            <pc:sldMk cId="2858030974" sldId="267"/>
            <ac:spMk id="3" creationId="{04911EDC-28DE-7447-3076-C1A670747D33}"/>
          </ac:spMkLst>
        </pc:spChg>
      </pc:sldChg>
      <pc:sldChg chg="addSp delSp modSp new">
        <pc:chgData name="Caskey, Cameron (ccaskey43)" userId="S::ccaskey43@tntech.edu::5b9397a7-3a3d-4921-a61a-fb01b0db0ef1" providerId="AD" clId="Web-{1DD787F0-3E39-B216-659F-46128B2D7838}" dt="2025-12-01T02:12:36.423" v="1949" actId="1076"/>
        <pc:sldMkLst>
          <pc:docMk/>
          <pc:sldMk cId="3537545782" sldId="268"/>
        </pc:sldMkLst>
        <pc:spChg chg="mod">
          <ac:chgData name="Caskey, Cameron (ccaskey43)" userId="S::ccaskey43@tntech.edu::5b9397a7-3a3d-4921-a61a-fb01b0db0ef1" providerId="AD" clId="Web-{1DD787F0-3E39-B216-659F-46128B2D7838}" dt="2025-12-01T02:11:21.043" v="1933" actId="20577"/>
          <ac:spMkLst>
            <pc:docMk/>
            <pc:sldMk cId="3537545782" sldId="268"/>
            <ac:spMk id="2" creationId="{F1130CB2-4B2B-F801-601F-524360290129}"/>
          </ac:spMkLst>
        </pc:spChg>
        <pc:spChg chg="del mod">
          <ac:chgData name="Caskey, Cameron (ccaskey43)" userId="S::ccaskey43@tntech.edu::5b9397a7-3a3d-4921-a61a-fb01b0db0ef1" providerId="AD" clId="Web-{1DD787F0-3E39-B216-659F-46128B2D7838}" dt="2025-12-01T02:11:41.295" v="1935"/>
          <ac:spMkLst>
            <pc:docMk/>
            <pc:sldMk cId="3537545782" sldId="268"/>
            <ac:spMk id="3" creationId="{5891E38A-2BA1-08A4-6650-754000D8F543}"/>
          </ac:spMkLst>
        </pc:spChg>
        <pc:picChg chg="add mod ord">
          <ac:chgData name="Caskey, Cameron (ccaskey43)" userId="S::ccaskey43@tntech.edu::5b9397a7-3a3d-4921-a61a-fb01b0db0ef1" providerId="AD" clId="Web-{1DD787F0-3E39-B216-659F-46128B2D7838}" dt="2025-12-01T02:12:34.454" v="1948" actId="1076"/>
          <ac:picMkLst>
            <pc:docMk/>
            <pc:sldMk cId="3537545782" sldId="268"/>
            <ac:picMk id="4" creationId="{A6D15D64-4413-3D0B-38E7-FF5EC464010F}"/>
          </ac:picMkLst>
        </pc:picChg>
        <pc:picChg chg="add mod">
          <ac:chgData name="Caskey, Cameron (ccaskey43)" userId="S::ccaskey43@tntech.edu::5b9397a7-3a3d-4921-a61a-fb01b0db0ef1" providerId="AD" clId="Web-{1DD787F0-3E39-B216-659F-46128B2D7838}" dt="2025-12-01T02:12:36.423" v="1949" actId="1076"/>
          <ac:picMkLst>
            <pc:docMk/>
            <pc:sldMk cId="3537545782" sldId="268"/>
            <ac:picMk id="5" creationId="{0135299A-EFF3-4456-043C-3647B8102376}"/>
          </ac:picMkLst>
        </pc:picChg>
      </pc:sld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5:23.486" v="12"/>
        <pc:sldMasterMkLst>
          <pc:docMk/>
          <pc:sldMasterMk cId="2460954070" sldId="2147483660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4:40.908" v="3"/>
        <pc:sldMasterMkLst>
          <pc:docMk/>
          <pc:sldMasterMk cId="3140462706" sldId="2147483695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3072866170" sldId="214748368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3185434898" sldId="214748368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1866388647" sldId="214748368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1028688627" sldId="214748368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150133609" sldId="214748368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962403166" sldId="214748368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1286250751" sldId="214748369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2819541021" sldId="214748369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3458803111" sldId="214748369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1968520110" sldId="214748369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0.908" v="3"/>
          <pc:sldLayoutMkLst>
            <pc:docMk/>
            <pc:sldMasterMk cId="3140462706" sldId="2147483695"/>
            <pc:sldLayoutMk cId="3612348080" sldId="2147483694"/>
          </pc:sldLayoutMkLst>
        </pc:sldLayoutChg>
      </pc:sldMaster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5:06.283" v="7"/>
        <pc:sldMasterMkLst>
          <pc:docMk/>
          <pc:sldMasterMk cId="2260617647" sldId="2147483708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3219062545" sldId="214748369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3746803318" sldId="214748369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1776400182" sldId="214748369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1129349553" sldId="214748370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675247014" sldId="214748370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2675472014" sldId="214748370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1777167277" sldId="214748370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3798713284" sldId="214748370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3612576883" sldId="214748370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3487903552" sldId="214748370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06.283" v="7"/>
          <pc:sldLayoutMkLst>
            <pc:docMk/>
            <pc:sldMasterMk cId="2260617647" sldId="2147483708"/>
            <pc:sldLayoutMk cId="1642098355" sldId="2147483707"/>
          </pc:sldLayoutMkLst>
        </pc:sldLayoutChg>
      </pc:sldMaster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4:46.689" v="5"/>
        <pc:sldMasterMkLst>
          <pc:docMk/>
          <pc:sldMasterMk cId="2076661146" sldId="2147483721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639618338" sldId="214748371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2849775728" sldId="214748371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2003864098" sldId="214748371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1765233593" sldId="214748371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2444596816" sldId="214748371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3164833533" sldId="214748371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616921051" sldId="214748371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2406120934" sldId="214748371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220033908" sldId="214748371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3360886379" sldId="214748371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46.689" v="5"/>
          <pc:sldLayoutMkLst>
            <pc:docMk/>
            <pc:sldMasterMk cId="2076661146" sldId="2147483721"/>
            <pc:sldLayoutMk cId="104313641" sldId="2147483720"/>
          </pc:sldLayoutMkLst>
        </pc:sldLayoutChg>
      </pc:sldMasterChg>
      <pc:sldMasterChg chg="add addSldLayout">
        <pc:chgData name="Caskey, Cameron (ccaskey43)" userId="S::ccaskey43@tntech.edu::5b9397a7-3a3d-4921-a61a-fb01b0db0ef1" providerId="AD" clId="Web-{1DD787F0-3E39-B216-659F-46128B2D7838}" dt="2025-12-01T00:25:23.486" v="12"/>
        <pc:sldMasterMkLst>
          <pc:docMk/>
          <pc:sldMasterMk cId="2522860217" sldId="2147483721"/>
        </pc:sldMasterMkLst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4159292205" sldId="2147483710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3223823810" sldId="2147483711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261997890" sldId="2147483712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3024749875" sldId="2147483713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1586126829" sldId="2147483714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1716906043" sldId="2147483715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3457316078" sldId="2147483716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2596397478" sldId="2147483717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757460357" sldId="2147483718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2100380157" sldId="2147483719"/>
          </pc:sldLayoutMkLst>
        </pc:sldLayoutChg>
        <pc:sldLayoutChg chg="add">
          <pc:chgData name="Caskey, Cameron (ccaskey43)" userId="S::ccaskey43@tntech.edu::5b9397a7-3a3d-4921-a61a-fb01b0db0ef1" providerId="AD" clId="Web-{1DD787F0-3E39-B216-659F-46128B2D7838}" dt="2025-12-01T00:25:23.486" v="12"/>
          <pc:sldLayoutMkLst>
            <pc:docMk/>
            <pc:sldMasterMk cId="2522860217" sldId="2147483721"/>
            <pc:sldLayoutMk cId="3721546316" sldId="2147483720"/>
          </pc:sldLayoutMkLst>
        </pc:sldLayoutChg>
      </pc:sldMaster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4:37.642" v="1"/>
        <pc:sldMasterMkLst>
          <pc:docMk/>
          <pc:sldMasterMk cId="1060175174" sldId="2147483747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186080115" sldId="214748373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3701297145" sldId="214748373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903816761" sldId="214748373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337097881" sldId="214748373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2386587608" sldId="214748374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441481387" sldId="214748374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649719540" sldId="214748374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2524141990" sldId="214748374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100962957" sldId="214748374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991575263" sldId="214748374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4:37.642" v="1"/>
          <pc:sldLayoutMkLst>
            <pc:docMk/>
            <pc:sldMasterMk cId="1060175174" sldId="2147483747"/>
            <pc:sldLayoutMk cId="1405550429" sldId="2147483746"/>
          </pc:sldLayoutMkLst>
        </pc:sldLayoutChg>
      </pc:sldMaster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5:23.439" v="11"/>
        <pc:sldMasterMkLst>
          <pc:docMk/>
          <pc:sldMasterMk cId="1877975789" sldId="2147483747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1683006672" sldId="214748373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1921009264" sldId="214748373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680228104" sldId="214748373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3507752816" sldId="214748373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999662904" sldId="214748374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1407893296" sldId="214748374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2230484617" sldId="214748374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196614777" sldId="214748374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2408833902" sldId="214748374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1351355535" sldId="214748374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23.439" v="11"/>
          <pc:sldLayoutMkLst>
            <pc:docMk/>
            <pc:sldMasterMk cId="1877975789" sldId="2147483747"/>
            <pc:sldLayoutMk cId="3862534617" sldId="2147483746"/>
          </pc:sldLayoutMkLst>
        </pc:sldLayoutChg>
      </pc:sldMasterChg>
      <pc:sldMasterChg chg="add del addSldLayout delSldLayout">
        <pc:chgData name="Caskey, Cameron (ccaskey43)" userId="S::ccaskey43@tntech.edu::5b9397a7-3a3d-4921-a61a-fb01b0db0ef1" providerId="AD" clId="Web-{1DD787F0-3E39-B216-659F-46128B2D7838}" dt="2025-12-01T00:25:12.236" v="9"/>
        <pc:sldMasterMkLst>
          <pc:docMk/>
          <pc:sldMasterMk cId="3388298453" sldId="2147483773"/>
        </pc:sldMasterMkLst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129509773" sldId="2147483762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31578180" sldId="2147483763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3126379800" sldId="2147483764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3724951779" sldId="2147483765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2935001569" sldId="2147483766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1852786940" sldId="2147483767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2353694105" sldId="2147483768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3179266509" sldId="2147483769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657077522" sldId="2147483770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1665188977" sldId="2147483771"/>
          </pc:sldLayoutMkLst>
        </pc:sldLayoutChg>
        <pc:sldLayoutChg chg="add del">
          <pc:chgData name="Caskey, Cameron (ccaskey43)" userId="S::ccaskey43@tntech.edu::5b9397a7-3a3d-4921-a61a-fb01b0db0ef1" providerId="AD" clId="Web-{1DD787F0-3E39-B216-659F-46128B2D7838}" dt="2025-12-01T00:25:12.236" v="9"/>
          <pc:sldLayoutMkLst>
            <pc:docMk/>
            <pc:sldMasterMk cId="3388298453" sldId="2147483773"/>
            <pc:sldLayoutMk cId="462492223" sldId="21474837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9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6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8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6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2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9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2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0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6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/>
              <a:t>Board game with Knapsack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50" y="3960913"/>
            <a:ext cx="4868295" cy="1830287"/>
          </a:xfrm>
        </p:spPr>
        <p:txBody>
          <a:bodyPr>
            <a:normAutofit/>
          </a:bodyPr>
          <a:lstStyle/>
          <a:p>
            <a:r>
              <a:rPr lang="en-US" dirty="0"/>
              <a:t>Cameron Caskey</a:t>
            </a:r>
          </a:p>
          <a:p>
            <a:r>
              <a:rPr lang="en-US" dirty="0"/>
              <a:t>Cade Reed</a:t>
            </a:r>
          </a:p>
          <a:p>
            <a:r>
              <a:rPr lang="en-US" dirty="0"/>
              <a:t>Vraj Patel</a:t>
            </a:r>
          </a:p>
          <a:p>
            <a:r>
              <a:rPr lang="en-US" dirty="0"/>
              <a:t>Jenil </a:t>
            </a:r>
            <a:r>
              <a:rPr lang="en-US" dirty="0" err="1"/>
              <a:t>Goyani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Network Technology Background">
            <a:extLst>
              <a:ext uri="{FF2B5EF4-FFF2-40B4-BE49-F238E27FC236}">
                <a16:creationId xmlns:a16="http://schemas.microsoft.com/office/drawing/2014/main" id="{2C4392B6-7FFE-0DFC-078D-2F492BB00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99" r="7419" b="-6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526D-2C6F-6993-BD45-E2F796DA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A26A1-0CAC-1AEE-5333-8AF6770D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sto MT"/>
              </a:rPr>
              <a:t>Choose the best set of pieces for a board-game prototype while staying under a fixed budget</a:t>
            </a:r>
          </a:p>
          <a:p>
            <a:pPr marL="0" indent="0">
              <a:buNone/>
            </a:pPr>
            <a:r>
              <a:rPr lang="en-US" dirty="0">
                <a:latin typeface="Calisto MT"/>
              </a:rPr>
              <a:t>Each piece has a cost and interestingness value; goal is to spend the money wisely while getting the most "fun" possible</a:t>
            </a:r>
          </a:p>
          <a:p>
            <a:pPr marL="0" indent="0">
              <a:buNone/>
            </a:pPr>
            <a:r>
              <a:rPr lang="en-US" dirty="0"/>
              <a:t>3 ways we compared to solve it: Brute force, Top-down dynamic, Greedy. We chose these 3 because of their difference in speed and accuracy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065795-C545-EA3F-4006-B22F60D58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142175"/>
              </p:ext>
            </p:extLst>
          </p:nvPr>
        </p:nvGraphicFramePr>
        <p:xfrm>
          <a:off x="1966856" y="4308258"/>
          <a:ext cx="81686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0019628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173409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492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O(2^n)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6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</a:t>
                      </a:r>
                      <a:r>
                        <a:rPr lang="en-US" dirty="0" err="1"/>
                        <a:t>nW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41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724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48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0CB2-4B2B-F801-601F-52436029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Knapsack logic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D15D64-4413-3D0B-38E7-FF5EC4640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035" y="2078804"/>
            <a:ext cx="5646083" cy="3241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35299A-EFF3-4456-043C-3647B8102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5" y="1307727"/>
            <a:ext cx="3333750" cy="425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45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0BD0-1BEE-8E87-85D7-29C1A195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8807F-A0E0-B7B7-F81F-25EBCFC9D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sto MT"/>
              </a:rPr>
              <a:t>How fast/slow is each method as the number of pieces grows?</a:t>
            </a:r>
            <a:endParaRPr lang="en-US"/>
          </a:p>
          <a:p>
            <a:r>
              <a:rPr lang="en-US" dirty="0">
                <a:latin typeface="Calisto MT"/>
              </a:rPr>
              <a:t>How much memory do they use?</a:t>
            </a:r>
          </a:p>
          <a:p>
            <a:r>
              <a:rPr lang="en-US" dirty="0">
                <a:latin typeface="Calisto MT"/>
              </a:rPr>
              <a:t>How close is the greedy method to the optimal answer?</a:t>
            </a:r>
          </a:p>
          <a:p>
            <a:r>
              <a:rPr lang="en-US" dirty="0">
                <a:latin typeface="Calisto MT"/>
              </a:rPr>
              <a:t>Which method would make the most sense for designing a board game?</a:t>
            </a:r>
          </a:p>
          <a:p>
            <a:endParaRPr lang="en-US" dirty="0">
              <a:latin typeface="Calisto MT"/>
            </a:endParaRPr>
          </a:p>
          <a:p>
            <a:r>
              <a:rPr lang="en-US" dirty="0">
                <a:latin typeface="Calisto MT"/>
              </a:rPr>
              <a:t>We expected brute force to break early, DP to keep up, and greedy to be fast but imperfect</a:t>
            </a:r>
            <a:r>
              <a:rPr lang="en-US" sz="1200" dirty="0">
                <a:latin typeface="Calisto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064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1E6F-CCAC-774F-3EB3-84705C0C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implementation/data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3E96F-D0E4-8265-22C8-6075BBC94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Implemented with Python 3</a:t>
            </a:r>
          </a:p>
          <a:p>
            <a:r>
              <a:rPr lang="en-US" dirty="0">
                <a:latin typeface="Calisto MT"/>
              </a:rPr>
              <a:t>Item counts tested: 10, 20, 50, 100</a:t>
            </a:r>
          </a:p>
          <a:p>
            <a:r>
              <a:rPr lang="en-US" dirty="0">
                <a:latin typeface="Calisto MT"/>
              </a:rPr>
              <a:t>Budgets tested: 50, 100, 200, 500</a:t>
            </a:r>
          </a:p>
          <a:p>
            <a:r>
              <a:rPr lang="en-US" dirty="0">
                <a:latin typeface="Calisto MT"/>
              </a:rPr>
              <a:t>Cost: random 1–50</a:t>
            </a:r>
          </a:p>
          <a:p>
            <a:r>
              <a:rPr lang="en-US" dirty="0">
                <a:latin typeface="Calisto MT"/>
              </a:rPr>
              <a:t>Value: random 1–10</a:t>
            </a:r>
          </a:p>
          <a:p>
            <a:r>
              <a:rPr lang="en-US" dirty="0">
                <a:latin typeface="Calisto MT"/>
              </a:rPr>
              <a:t>Random seed tied to n so each run is consistent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6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E4FF-284D-BDBE-0F09-B78D3BEA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2B5E-7B5B-88DE-4768-9A9C315C1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>
                <a:latin typeface="Calisto MT"/>
              </a:rPr>
              <a:t>For each (n, budget):</a:t>
            </a:r>
            <a:endParaRPr lang="en-US" sz="1400" dirty="0"/>
          </a:p>
          <a:p>
            <a:r>
              <a:rPr lang="en-US" sz="1400" dirty="0">
                <a:latin typeface="Calisto MT"/>
              </a:rPr>
              <a:t>Execution time</a:t>
            </a:r>
          </a:p>
          <a:p>
            <a:r>
              <a:rPr lang="en-US" sz="1400" dirty="0">
                <a:latin typeface="Calisto MT"/>
              </a:rPr>
              <a:t>Peak memory</a:t>
            </a:r>
          </a:p>
          <a:p>
            <a:r>
              <a:rPr lang="en-US" sz="1400" dirty="0">
                <a:latin typeface="Calisto MT"/>
              </a:rPr>
              <a:t>Total “interestingness” value</a:t>
            </a:r>
          </a:p>
          <a:p>
            <a:r>
              <a:rPr lang="en-US" sz="1400" dirty="0">
                <a:latin typeface="Calisto MT"/>
              </a:rPr>
              <a:t>Whether it matched the optimal solution (when brute force or DP was available)</a:t>
            </a:r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59AD0-0977-D039-800B-994876B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167" y="1875025"/>
            <a:ext cx="4298577" cy="355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73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95B8-8B98-A81A-B0B1-E08D05D5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5CDF-CAE8-4627-8C99-54D21D754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10787"/>
            <a:ext cx="4965060" cy="37511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latin typeface="Calisto MT"/>
              </a:rPr>
              <a:t>Brute Force:</a:t>
            </a:r>
            <a:endParaRPr lang="en-US" sz="1600" dirty="0">
              <a:latin typeface="Calisto MT"/>
            </a:endParaRPr>
          </a:p>
          <a:p>
            <a:pPr lvl="1"/>
            <a:r>
              <a:rPr lang="en-US" sz="1600" dirty="0">
                <a:latin typeface="Calisto MT"/>
              </a:rPr>
              <a:t>Becomes impractical after n=20, algorithm can take hours or days depending on the size of n</a:t>
            </a:r>
            <a:endParaRPr lang="en-US" sz="1600">
              <a:latin typeface="Calisto MT"/>
            </a:endParaRPr>
          </a:p>
          <a:p>
            <a:r>
              <a:rPr lang="en-US" sz="1600" b="1" dirty="0">
                <a:latin typeface="Calisto MT"/>
              </a:rPr>
              <a:t>Dynamic Programming:</a:t>
            </a:r>
            <a:endParaRPr lang="en-US" sz="1600" dirty="0">
              <a:latin typeface="Calisto MT"/>
            </a:endParaRPr>
          </a:p>
          <a:p>
            <a:pPr lvl="1"/>
            <a:r>
              <a:rPr lang="en-US" sz="1600" dirty="0"/>
              <a:t>Increases at a small rate as n get large</a:t>
            </a:r>
          </a:p>
          <a:p>
            <a:r>
              <a:rPr lang="en-US" sz="1600" b="1" dirty="0"/>
              <a:t>Greedy:</a:t>
            </a:r>
            <a:endParaRPr lang="en-US" sz="1600" dirty="0"/>
          </a:p>
          <a:p>
            <a:pPr lvl="1"/>
            <a:r>
              <a:rPr lang="en-US" sz="1600" dirty="0"/>
              <a:t>Fastest algorithm every time</a:t>
            </a:r>
          </a:p>
          <a:p>
            <a:pPr lvl="1"/>
            <a:r>
              <a:rPr lang="en-US" sz="1600" dirty="0"/>
              <a:t>Most consistent, difference in time is most likely caused by background processes on machine rather than the value of n tested for this experiment</a:t>
            </a:r>
            <a:endParaRPr lang="en-US" dirty="0" err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1F8B2C-E275-31FC-E538-577CD766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89765"/>
              </p:ext>
            </p:extLst>
          </p:nvPr>
        </p:nvGraphicFramePr>
        <p:xfrm>
          <a:off x="5905499" y="2218765"/>
          <a:ext cx="57721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20">
                  <a:extLst>
                    <a:ext uri="{9D8B030D-6E8A-4147-A177-3AD203B41FA5}">
                      <a16:colId xmlns:a16="http://schemas.microsoft.com/office/drawing/2014/main" val="3155784830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1586305939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4018036074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3400599047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1967441073"/>
                    </a:ext>
                  </a:extLst>
                </a:gridCol>
              </a:tblGrid>
              <a:tr h="2996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32763"/>
                  </a:ext>
                </a:extLst>
              </a:tr>
              <a:tr h="519423">
                <a:tc>
                  <a:txBody>
                    <a:bodyPr/>
                    <a:lstStyle/>
                    <a:p>
                      <a:r>
                        <a:rPr lang="en-US" dirty="0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0.0098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7.4631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40352"/>
                  </a:ext>
                </a:extLst>
              </a:tr>
              <a:tr h="299667">
                <a:tc>
                  <a:txBody>
                    <a:bodyPr/>
                    <a:lstStyle/>
                    <a:p>
                      <a:r>
                        <a:rPr lang="en-US" dirty="0"/>
                        <a:t>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0.0012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0.0030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0.0068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0.0466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52581"/>
                  </a:ext>
                </a:extLst>
              </a:tr>
              <a:tr h="299667">
                <a:tc>
                  <a:txBody>
                    <a:bodyPr/>
                    <a:lstStyle/>
                    <a:p>
                      <a:r>
                        <a:rPr lang="en-US" dirty="0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0.000050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0.000023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0.000044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0.000075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19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48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560C-05F5-CA07-4850-A98E1B043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7AB9-F4E5-8A9A-0B97-6EDF796D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4824909" cy="37398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latin typeface="Calisto MT"/>
              </a:rPr>
              <a:t>Brute Force:</a:t>
            </a:r>
            <a:r>
              <a:rPr lang="en-US" sz="1600" dirty="0">
                <a:latin typeface="Calisto MT"/>
              </a:rPr>
              <a:t> low memory but massive computation. Did not compute n=50, n=100 due to high computation</a:t>
            </a:r>
          </a:p>
          <a:p>
            <a:pPr lvl="1"/>
            <a:endParaRPr lang="en-US" sz="1600" b="1" dirty="0">
              <a:latin typeface="Calisto MT"/>
            </a:endParaRPr>
          </a:p>
          <a:p>
            <a:r>
              <a:rPr lang="en-US" sz="1600" b="1" dirty="0">
                <a:latin typeface="Calisto MT"/>
              </a:rPr>
              <a:t>DP:</a:t>
            </a:r>
            <a:r>
              <a:rPr lang="en-US" sz="1600" dirty="0">
                <a:latin typeface="Calisto MT"/>
              </a:rPr>
              <a:t> highest memory use (stores many subproblems)</a:t>
            </a:r>
          </a:p>
          <a:p>
            <a:endParaRPr lang="en-US" sz="1600" dirty="0">
              <a:latin typeface="Calisto MT"/>
            </a:endParaRPr>
          </a:p>
          <a:p>
            <a:r>
              <a:rPr lang="en-US" sz="1600" b="1" dirty="0">
                <a:latin typeface="Calisto MT"/>
              </a:rPr>
              <a:t>Greedy:</a:t>
            </a:r>
            <a:r>
              <a:rPr lang="en-US" sz="1600" dirty="0">
                <a:latin typeface="Calisto MT"/>
              </a:rPr>
              <a:t> barely uses any memory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0DE2B7-BE88-5302-EFE3-421FF71AF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718480"/>
              </p:ext>
            </p:extLst>
          </p:nvPr>
        </p:nvGraphicFramePr>
        <p:xfrm>
          <a:off x="5438383" y="2223369"/>
          <a:ext cx="5954330" cy="295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66">
                  <a:extLst>
                    <a:ext uri="{9D8B030D-6E8A-4147-A177-3AD203B41FA5}">
                      <a16:colId xmlns:a16="http://schemas.microsoft.com/office/drawing/2014/main" val="2373906564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360725881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4286228050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2994715209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656328361"/>
                    </a:ext>
                  </a:extLst>
                </a:gridCol>
              </a:tblGrid>
              <a:tr h="47156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73883"/>
                  </a:ext>
                </a:extLst>
              </a:tr>
              <a:tr h="828427">
                <a:tc>
                  <a:txBody>
                    <a:bodyPr/>
                    <a:lstStyle/>
                    <a:p>
                      <a:r>
                        <a:rPr lang="en-US" dirty="0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228.8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424.0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174590"/>
                  </a:ext>
                </a:extLst>
              </a:tr>
              <a:tr h="828427">
                <a:tc>
                  <a:txBody>
                    <a:bodyPr/>
                    <a:lstStyle/>
                    <a:p>
                      <a:r>
                        <a:rPr lang="en-US" dirty="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11,492.8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117,498.4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779,660.8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2,382,182.8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254213"/>
                  </a:ext>
                </a:extLst>
              </a:tr>
              <a:tr h="828427">
                <a:tc>
                  <a:txBody>
                    <a:bodyPr/>
                    <a:lstStyle/>
                    <a:p>
                      <a:r>
                        <a:rPr lang="en-US" dirty="0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443.2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541.2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858.4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1,254.0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052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95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1E61-09DF-20A1-D536-9C502274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024AD-C75C-2BA1-5EBC-64A1A25E6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600" dirty="0">
              <a:latin typeface="Calisto MT"/>
            </a:endParaRPr>
          </a:p>
          <a:p>
            <a:endParaRPr lang="en-US" sz="1600" dirty="0">
              <a:latin typeface="Calisto MT"/>
            </a:endParaRPr>
          </a:p>
          <a:p>
            <a:endParaRPr lang="en-US" sz="1600" dirty="0">
              <a:latin typeface="Calisto MT"/>
            </a:endParaRPr>
          </a:p>
          <a:p>
            <a:endParaRPr lang="en-US" sz="1600" dirty="0">
              <a:latin typeface="Calisto MT"/>
            </a:endParaRPr>
          </a:p>
          <a:p>
            <a:r>
              <a:rPr lang="en-US" sz="1600" dirty="0">
                <a:latin typeface="Calisto MT"/>
              </a:rPr>
              <a:t>DP and brute force always match exactly</a:t>
            </a:r>
            <a:endParaRPr lang="en-US" dirty="0"/>
          </a:p>
          <a:p>
            <a:r>
              <a:rPr lang="en-US" sz="1600" dirty="0">
                <a:latin typeface="Calisto MT"/>
              </a:rPr>
              <a:t>Greedy usually gets very close, but sometimes misses the best combination</a:t>
            </a:r>
          </a:p>
          <a:p>
            <a:pPr marL="457200" lvl="1" indent="0">
              <a:buNone/>
            </a:pPr>
            <a:endParaRPr lang="en-US" sz="1600" b="1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CCA61A-B587-D75B-A53D-DC508452F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68270"/>
              </p:ext>
            </p:extLst>
          </p:nvPr>
        </p:nvGraphicFramePr>
        <p:xfrm>
          <a:off x="2168563" y="2223964"/>
          <a:ext cx="81686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434776633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174195889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4203971266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2093484702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4087791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354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DP/brute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93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645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72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81F9-15A3-62A3-DF16-D0C143F3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218F3-8ED3-04D5-4CC2-C023529F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latin typeface="Calisto MT"/>
              </a:rPr>
              <a:t>Only used random data</a:t>
            </a:r>
          </a:p>
          <a:p>
            <a:r>
              <a:rPr lang="en-US" dirty="0">
                <a:latin typeface="Calisto MT"/>
              </a:rPr>
              <a:t>Didn’t test bottom-up DP or branch-and-bound</a:t>
            </a:r>
          </a:p>
          <a:p>
            <a:r>
              <a:rPr lang="en-US" dirty="0">
                <a:latin typeface="Calisto MT"/>
              </a:rPr>
              <a:t>Brute force restricted to n ≤ 20</a:t>
            </a:r>
          </a:p>
          <a:p>
            <a:r>
              <a:rPr lang="en-US" dirty="0">
                <a:latin typeface="Calisto MT"/>
              </a:rPr>
              <a:t>Only a few budget sizes tested</a:t>
            </a:r>
          </a:p>
          <a:p>
            <a:endParaRPr lang="en-US" dirty="0">
              <a:latin typeface="Calisto MT"/>
            </a:endParaRPr>
          </a:p>
          <a:p>
            <a:pPr marL="0" indent="0">
              <a:buNone/>
            </a:pPr>
            <a:r>
              <a:rPr lang="en-US" sz="2600" dirty="0">
                <a:latin typeface="Calisto MT"/>
              </a:rPr>
              <a:t>Possible Improvements:</a:t>
            </a:r>
          </a:p>
          <a:p>
            <a:r>
              <a:rPr lang="en-US" dirty="0">
                <a:latin typeface="Calisto MT"/>
              </a:rPr>
              <a:t>Add real game pieces instead of random ones</a:t>
            </a:r>
          </a:p>
          <a:p>
            <a:r>
              <a:rPr lang="en-US" dirty="0">
                <a:latin typeface="Calisto MT"/>
              </a:rPr>
              <a:t>Implement more rules to follow</a:t>
            </a:r>
          </a:p>
          <a:p>
            <a:r>
              <a:rPr lang="en-US" dirty="0">
                <a:latin typeface="Calisto MT"/>
              </a:rPr>
              <a:t>Add automatic plotting</a:t>
            </a:r>
          </a:p>
          <a:p>
            <a:r>
              <a:rPr lang="en-US" dirty="0">
                <a:latin typeface="Calisto MT"/>
              </a:rPr>
              <a:t>Run more experiment sizes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389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D522-0DF0-8C1E-CF15-80925EF8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 Ai and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0B17C-6ABA-575E-6A14-97DABEFEB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sto MT"/>
              </a:rPr>
              <a:t>We used ChatGPT mainly for:</a:t>
            </a:r>
          </a:p>
          <a:p>
            <a:r>
              <a:rPr lang="en-US" dirty="0">
                <a:latin typeface="Calisto MT"/>
              </a:rPr>
              <a:t>Help organize the project</a:t>
            </a:r>
          </a:p>
          <a:p>
            <a:r>
              <a:rPr lang="en-US" dirty="0">
                <a:latin typeface="Calisto MT"/>
              </a:rPr>
              <a:t>Writing parts of the Python experiment script structure</a:t>
            </a:r>
          </a:p>
          <a:p>
            <a:r>
              <a:rPr lang="en-US" dirty="0">
                <a:latin typeface="Calisto MT"/>
              </a:rPr>
              <a:t>All code was tested and modified by the team.</a:t>
            </a:r>
          </a:p>
          <a:p>
            <a:r>
              <a:rPr lang="en-US" dirty="0">
                <a:latin typeface="Calisto MT"/>
              </a:rPr>
              <a:t>Other sources include lecture notes, project instructions, </a:t>
            </a:r>
            <a:r>
              <a:rPr lang="en-US" err="1">
                <a:latin typeface="Calisto MT"/>
              </a:rPr>
              <a:t>zyBooks</a:t>
            </a:r>
            <a:r>
              <a:rPr lang="en-US" dirty="0">
                <a:latin typeface="Calisto MT"/>
              </a:rPr>
              <a:t>, and sites such as Stack Overflow to help with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3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436C-525D-635C-5891-B83A050C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contribution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EE7AE6-9D1B-0D97-9C8F-1824180637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088" y="2222500"/>
          <a:ext cx="10691810" cy="19931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3971">
                  <a:extLst>
                    <a:ext uri="{9D8B030D-6E8A-4147-A177-3AD203B41FA5}">
                      <a16:colId xmlns:a16="http://schemas.microsoft.com/office/drawing/2014/main" val="3624544940"/>
                    </a:ext>
                  </a:extLst>
                </a:gridCol>
                <a:gridCol w="1527401">
                  <a:extLst>
                    <a:ext uri="{9D8B030D-6E8A-4147-A177-3AD203B41FA5}">
                      <a16:colId xmlns:a16="http://schemas.microsoft.com/office/drawing/2014/main" val="2594227127"/>
                    </a:ext>
                  </a:extLst>
                </a:gridCol>
                <a:gridCol w="2582036">
                  <a:extLst>
                    <a:ext uri="{9D8B030D-6E8A-4147-A177-3AD203B41FA5}">
                      <a16:colId xmlns:a16="http://schemas.microsoft.com/office/drawing/2014/main" val="3010047042"/>
                    </a:ext>
                  </a:extLst>
                </a:gridCol>
                <a:gridCol w="1236468">
                  <a:extLst>
                    <a:ext uri="{9D8B030D-6E8A-4147-A177-3AD203B41FA5}">
                      <a16:colId xmlns:a16="http://schemas.microsoft.com/office/drawing/2014/main" val="3624213309"/>
                    </a:ext>
                  </a:extLst>
                </a:gridCol>
                <a:gridCol w="1381934">
                  <a:extLst>
                    <a:ext uri="{9D8B030D-6E8A-4147-A177-3AD203B41FA5}">
                      <a16:colId xmlns:a16="http://schemas.microsoft.com/office/drawing/2014/main" val="9379073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Task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Cade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Cameron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Vraj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Jenil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654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Idea + Planning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50%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68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Coding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35%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35%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66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Experiment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45%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4186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Data/Graphs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50%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2105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Writing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40%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0940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Presentation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50%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8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532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6CF2-20B4-A605-DDB6-D5B7C961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11EDC-28DE-7447-3076-C1A670747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sto MT"/>
              </a:rPr>
              <a:t>Getting DP reconstruction to work correctly</a:t>
            </a:r>
          </a:p>
          <a:p>
            <a:r>
              <a:rPr lang="en-US" dirty="0">
                <a:latin typeface="Calisto MT"/>
              </a:rPr>
              <a:t>Keeping runtimes reasonable for larger inputs</a:t>
            </a:r>
          </a:p>
          <a:p>
            <a:r>
              <a:rPr lang="en-US" dirty="0">
                <a:latin typeface="Calisto MT"/>
              </a:rPr>
              <a:t>Making sure random data stayed consistent across runs</a:t>
            </a:r>
          </a:p>
          <a:p>
            <a:r>
              <a:rPr lang="en-US" dirty="0">
                <a:latin typeface="Calisto MT"/>
              </a:rPr>
              <a:t>Coordinating schedules for testing and writing(Biggest problem)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3097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ChronicleVTI</vt:lpstr>
      <vt:lpstr>Board game with Knapsack</vt:lpstr>
      <vt:lpstr>Overview</vt:lpstr>
      <vt:lpstr>Knapsack logic example</vt:lpstr>
      <vt:lpstr>Research Questions</vt:lpstr>
      <vt:lpstr>Experimental implementation/data</vt:lpstr>
      <vt:lpstr>Experimental measurements</vt:lpstr>
      <vt:lpstr>Runtime Results</vt:lpstr>
      <vt:lpstr>Memory results</vt:lpstr>
      <vt:lpstr>Solution quality</vt:lpstr>
      <vt:lpstr>Limitations and future work</vt:lpstr>
      <vt:lpstr>Gen Ai and sources</vt:lpstr>
      <vt:lpstr>Team contribution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592</cp:revision>
  <dcterms:created xsi:type="dcterms:W3CDTF">2025-12-01T00:18:35Z</dcterms:created>
  <dcterms:modified xsi:type="dcterms:W3CDTF">2025-12-01T02:12:42Z</dcterms:modified>
</cp:coreProperties>
</file>